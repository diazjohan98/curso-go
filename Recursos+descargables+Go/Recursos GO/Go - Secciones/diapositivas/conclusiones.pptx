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</p:sldIdLst>
  <p:sldSz cx="18288000" cy="10287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4600" cy="56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4600" cy="411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4600" cy="803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6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648BE45-D1F7-4F58-960F-B1D12604D85E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0600" cy="1468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B8AB581-1CEF-4A8F-B6DB-8641DA5F47A1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800" cy="114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7800" cy="4524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98E0C0A-665E-438E-B6E0-1ACB0D355931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5600" cy="584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8120" cy="584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C42B944-1AAC-4F02-814D-7DFD9D47958A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800" cy="114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7800" cy="4524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548B3F4-CFCE-469A-B4F6-31DDC7CBEC12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0600" cy="136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0600" cy="149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280B0CA-89A3-4268-9D35-BBEC7FD8E15F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800" cy="114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6680" cy="4524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6680" cy="4524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6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4FBA53F-3813-4C75-B53F-C6AED15CAA75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800" cy="114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8480" cy="63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8480" cy="3949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39920" cy="63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39920" cy="3949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6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7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8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5EE7615-F639-4BBF-9346-C2877A147FC9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800" cy="114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0C7CAED-02F1-4797-B189-ED25E04AAF1B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3BDB318-FE30-480A-9236-3A6D40AB848C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6360" cy="1160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09840" cy="585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6360" cy="468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C9C86D1-9717-4BAB-BA85-04A0B8A91347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6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6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6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91d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Imagen 20" descr=""/>
          <p:cNvPicPr/>
          <p:nvPr/>
        </p:nvPicPr>
        <p:blipFill>
          <a:blip r:embed="rId1"/>
          <a:stretch/>
        </p:blipFill>
        <p:spPr>
          <a:xfrm>
            <a:off x="14083920" y="8749440"/>
            <a:ext cx="3173040" cy="56340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58" name="Grupo 3"/>
          <p:cNvGrpSpPr/>
          <p:nvPr/>
        </p:nvGrpSpPr>
        <p:grpSpPr>
          <a:xfrm>
            <a:off x="14654520" y="0"/>
            <a:ext cx="3631680" cy="2093760"/>
            <a:chOff x="14654520" y="0"/>
            <a:chExt cx="3631680" cy="2093760"/>
          </a:xfrm>
        </p:grpSpPr>
        <p:sp>
          <p:nvSpPr>
            <p:cNvPr id="59" name="object 6"/>
            <p:cNvSpPr/>
            <p:nvPr/>
          </p:nvSpPr>
          <p:spPr>
            <a:xfrm>
              <a:off x="17600040" y="0"/>
              <a:ext cx="686160" cy="686160"/>
            </a:xfrm>
            <a:custGeom>
              <a:avLst/>
              <a:gdLst>
                <a:gd name="textAreaLeft" fmla="*/ 0 w 686160"/>
                <a:gd name="textAreaRight" fmla="*/ 687960 w 686160"/>
                <a:gd name="textAreaTop" fmla="*/ 0 h 686160"/>
                <a:gd name="textAreaBottom" fmla="*/ 687960 h 686160"/>
              </a:gdLst>
              <a:ahLst/>
              <a:cxnLst/>
              <a:rect l="textAreaLeft" t="textAreaTop" r="textAreaRight" b="textAreaBottom"/>
              <a:pathLst>
                <a:path w="356234" h="356235">
                  <a:moveTo>
                    <a:pt x="355993" y="0"/>
                  </a:moveTo>
                  <a:lnTo>
                    <a:pt x="0" y="0"/>
                  </a:lnTo>
                  <a:lnTo>
                    <a:pt x="0" y="355993"/>
                  </a:lnTo>
                  <a:lnTo>
                    <a:pt x="355993" y="355993"/>
                  </a:lnTo>
                  <a:lnTo>
                    <a:pt x="355993" y="0"/>
                  </a:lnTo>
                  <a:close/>
                </a:path>
              </a:pathLst>
            </a:custGeom>
            <a:solidFill>
              <a:srgbClr val="b0fb94">
                <a:alpha val="5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60" name="object 7"/>
            <p:cNvSpPr/>
            <p:nvPr/>
          </p:nvSpPr>
          <p:spPr>
            <a:xfrm>
              <a:off x="16127280" y="0"/>
              <a:ext cx="686160" cy="686160"/>
            </a:xfrm>
            <a:custGeom>
              <a:avLst/>
              <a:gdLst>
                <a:gd name="textAreaLeft" fmla="*/ 0 w 686160"/>
                <a:gd name="textAreaRight" fmla="*/ 687960 w 686160"/>
                <a:gd name="textAreaTop" fmla="*/ 0 h 686160"/>
                <a:gd name="textAreaBottom" fmla="*/ 687960 h 686160"/>
              </a:gdLst>
              <a:ahLst/>
              <a:cxnLst/>
              <a:rect l="textAreaLeft" t="textAreaTop" r="textAreaRight" b="textAreaBottom"/>
              <a:pathLst>
                <a:path w="356234" h="356235">
                  <a:moveTo>
                    <a:pt x="355993" y="0"/>
                  </a:moveTo>
                  <a:lnTo>
                    <a:pt x="0" y="0"/>
                  </a:lnTo>
                  <a:lnTo>
                    <a:pt x="0" y="355993"/>
                  </a:lnTo>
                  <a:lnTo>
                    <a:pt x="355993" y="355993"/>
                  </a:lnTo>
                  <a:lnTo>
                    <a:pt x="355993" y="0"/>
                  </a:lnTo>
                  <a:close/>
                </a:path>
              </a:pathLst>
            </a:custGeom>
            <a:solidFill>
              <a:srgbClr val="b0fb94">
                <a:alpha val="5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61" name="object 8"/>
            <p:cNvSpPr/>
            <p:nvPr/>
          </p:nvSpPr>
          <p:spPr>
            <a:xfrm>
              <a:off x="14654520" y="0"/>
              <a:ext cx="686160" cy="686160"/>
            </a:xfrm>
            <a:custGeom>
              <a:avLst/>
              <a:gdLst>
                <a:gd name="textAreaLeft" fmla="*/ 0 w 686160"/>
                <a:gd name="textAreaRight" fmla="*/ 687960 w 686160"/>
                <a:gd name="textAreaTop" fmla="*/ 0 h 686160"/>
                <a:gd name="textAreaBottom" fmla="*/ 687960 h 686160"/>
              </a:gdLst>
              <a:ahLst/>
              <a:cxnLst/>
              <a:rect l="textAreaLeft" t="textAreaTop" r="textAreaRight" b="textAreaBottom"/>
              <a:pathLst>
                <a:path w="356234" h="356235">
                  <a:moveTo>
                    <a:pt x="355993" y="0"/>
                  </a:moveTo>
                  <a:lnTo>
                    <a:pt x="0" y="0"/>
                  </a:lnTo>
                  <a:lnTo>
                    <a:pt x="0" y="355993"/>
                  </a:lnTo>
                  <a:lnTo>
                    <a:pt x="355993" y="355993"/>
                  </a:lnTo>
                  <a:lnTo>
                    <a:pt x="355993" y="0"/>
                  </a:lnTo>
                  <a:close/>
                </a:path>
              </a:pathLst>
            </a:custGeom>
            <a:solidFill>
              <a:srgbClr val="b0fb94">
                <a:alpha val="5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62" name="object 9"/>
            <p:cNvSpPr/>
            <p:nvPr/>
          </p:nvSpPr>
          <p:spPr>
            <a:xfrm>
              <a:off x="15459840" y="909720"/>
              <a:ext cx="548640" cy="548640"/>
            </a:xfrm>
            <a:custGeom>
              <a:avLst/>
              <a:gdLst>
                <a:gd name="textAreaLeft" fmla="*/ 0 w 548640"/>
                <a:gd name="textAreaRight" fmla="*/ 550440 w 548640"/>
                <a:gd name="textAreaTop" fmla="*/ 0 h 548640"/>
                <a:gd name="textAreaBottom" fmla="*/ 550440 h 548640"/>
              </a:gdLst>
              <a:ahLst/>
              <a:cxnLst/>
              <a:rect l="textAreaLeft" t="textAreaTop" r="textAreaRight" b="textAreaBottom"/>
              <a:pathLst>
                <a:path w="285115" h="285115">
                  <a:moveTo>
                    <a:pt x="284797" y="0"/>
                  </a:moveTo>
                  <a:lnTo>
                    <a:pt x="0" y="0"/>
                  </a:lnTo>
                  <a:lnTo>
                    <a:pt x="0" y="284797"/>
                  </a:lnTo>
                  <a:lnTo>
                    <a:pt x="284797" y="284797"/>
                  </a:lnTo>
                  <a:lnTo>
                    <a:pt x="284797" y="0"/>
                  </a:lnTo>
                  <a:close/>
                </a:path>
              </a:pathLst>
            </a:custGeom>
            <a:solidFill>
              <a:srgbClr val="60cdde">
                <a:alpha val="4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63" name="object 10"/>
            <p:cNvSpPr/>
            <p:nvPr/>
          </p:nvSpPr>
          <p:spPr>
            <a:xfrm>
              <a:off x="16932600" y="909720"/>
              <a:ext cx="548640" cy="548640"/>
            </a:xfrm>
            <a:custGeom>
              <a:avLst/>
              <a:gdLst>
                <a:gd name="textAreaLeft" fmla="*/ 0 w 548640"/>
                <a:gd name="textAreaRight" fmla="*/ 550440 w 548640"/>
                <a:gd name="textAreaTop" fmla="*/ 0 h 548640"/>
                <a:gd name="textAreaBottom" fmla="*/ 550440 h 548640"/>
              </a:gdLst>
              <a:ahLst/>
              <a:cxnLst/>
              <a:rect l="textAreaLeft" t="textAreaTop" r="textAreaRight" b="textAreaBottom"/>
              <a:pathLst>
                <a:path w="285115" h="285115">
                  <a:moveTo>
                    <a:pt x="284797" y="0"/>
                  </a:moveTo>
                  <a:lnTo>
                    <a:pt x="0" y="0"/>
                  </a:lnTo>
                  <a:lnTo>
                    <a:pt x="0" y="284797"/>
                  </a:lnTo>
                  <a:lnTo>
                    <a:pt x="284797" y="284797"/>
                  </a:lnTo>
                  <a:lnTo>
                    <a:pt x="284797" y="0"/>
                  </a:lnTo>
                  <a:close/>
                </a:path>
              </a:pathLst>
            </a:custGeom>
            <a:solidFill>
              <a:srgbClr val="60cdde">
                <a:alpha val="4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64" name="object 11"/>
            <p:cNvSpPr/>
            <p:nvPr/>
          </p:nvSpPr>
          <p:spPr>
            <a:xfrm>
              <a:off x="16264800" y="1682280"/>
              <a:ext cx="411480" cy="411480"/>
            </a:xfrm>
            <a:custGeom>
              <a:avLst/>
              <a:gdLst>
                <a:gd name="textAreaLeft" fmla="*/ 0 w 411480"/>
                <a:gd name="textAreaRight" fmla="*/ 413280 w 411480"/>
                <a:gd name="textAreaTop" fmla="*/ 0 h 411480"/>
                <a:gd name="textAreaBottom" fmla="*/ 413280 h 411480"/>
              </a:gdLst>
              <a:ahLst/>
              <a:cxnLst/>
              <a:rect l="textAreaLeft" t="textAreaTop" r="textAreaRight" b="textAreaBottom"/>
              <a:pathLst>
                <a:path w="213995" h="213994">
                  <a:moveTo>
                    <a:pt x="213588" y="0"/>
                  </a:moveTo>
                  <a:lnTo>
                    <a:pt x="0" y="0"/>
                  </a:lnTo>
                  <a:lnTo>
                    <a:pt x="0" y="213601"/>
                  </a:lnTo>
                  <a:lnTo>
                    <a:pt x="213588" y="213601"/>
                  </a:lnTo>
                  <a:lnTo>
                    <a:pt x="213588" y="0"/>
                  </a:lnTo>
                  <a:close/>
                </a:path>
              </a:pathLst>
            </a:custGeom>
            <a:solidFill>
              <a:srgbClr val="60cdde">
                <a:alpha val="3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grpSp>
        <p:nvGrpSpPr>
          <p:cNvPr id="65" name="Grupo 15"/>
          <p:cNvGrpSpPr/>
          <p:nvPr/>
        </p:nvGrpSpPr>
        <p:grpSpPr>
          <a:xfrm>
            <a:off x="1028520" y="8749440"/>
            <a:ext cx="16228800" cy="563400"/>
            <a:chOff x="1028520" y="8749440"/>
            <a:chExt cx="16228800" cy="563400"/>
          </a:xfrm>
        </p:grpSpPr>
        <p:pic>
          <p:nvPicPr>
            <p:cNvPr id="66" name="Imagen 17" descr=""/>
            <p:cNvPicPr/>
            <p:nvPr/>
          </p:nvPicPr>
          <p:blipFill>
            <a:blip r:embed="rId2"/>
            <a:stretch/>
          </p:blipFill>
          <p:spPr>
            <a:xfrm>
              <a:off x="1028520" y="8749440"/>
              <a:ext cx="563400" cy="5634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67" name="TextBox 7"/>
            <p:cNvSpPr/>
            <p:nvPr/>
          </p:nvSpPr>
          <p:spPr>
            <a:xfrm>
              <a:off x="1028520" y="8807400"/>
              <a:ext cx="16228800" cy="451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3501"/>
                </a:lnSpc>
              </a:pPr>
              <a:r>
                <a:rPr b="0" lang="en-US" sz="2500" strike="noStrike" u="none">
                  <a:solidFill>
                    <a:srgbClr val="1dd0e1"/>
                  </a:solidFill>
                  <a:effectLst/>
                  <a:uFillTx/>
                  <a:latin typeface="Baloo 2"/>
                </a:rPr>
                <a:t>           @DataBoosters</a:t>
              </a:r>
              <a:endParaRPr b="0" lang="en-US" sz="2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8" name="Grupo 4"/>
          <p:cNvGrpSpPr/>
          <p:nvPr/>
        </p:nvGrpSpPr>
        <p:grpSpPr>
          <a:xfrm>
            <a:off x="1028880" y="3284640"/>
            <a:ext cx="16228800" cy="3712680"/>
            <a:chOff x="1028880" y="3284640"/>
            <a:chExt cx="16228800" cy="3712680"/>
          </a:xfrm>
        </p:grpSpPr>
        <p:sp>
          <p:nvSpPr>
            <p:cNvPr id="69" name="TextBox 4"/>
            <p:cNvSpPr/>
            <p:nvPr/>
          </p:nvSpPr>
          <p:spPr>
            <a:xfrm>
              <a:off x="1028880" y="3284640"/>
              <a:ext cx="16228800" cy="128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ct val="100000"/>
                </a:lnSpc>
                <a:spcBef>
                  <a:spcPts val="1191"/>
                </a:spcBef>
                <a:spcAft>
                  <a:spcPts val="992"/>
                </a:spcAft>
              </a:pPr>
              <a:r>
                <a:rPr b="1" lang="es-MX" sz="8400" strike="noStrike" u="none">
                  <a:solidFill>
                    <a:schemeClr val="lt1"/>
                  </a:solidFill>
                  <a:effectLst/>
                  <a:uFillTx/>
                  <a:latin typeface="Baloo 2"/>
                </a:rPr>
                <a:t>Conclusiones Finales</a:t>
              </a:r>
              <a:endParaRPr b="1" lang="en-US" sz="8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" name="TextBox 5"/>
            <p:cNvSpPr/>
            <p:nvPr/>
          </p:nvSpPr>
          <p:spPr>
            <a:xfrm>
              <a:off x="1028880" y="6502320"/>
              <a:ext cx="16228800" cy="495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3900"/>
                </a:lnSpc>
              </a:pPr>
              <a:r>
                <a:rPr b="1" lang="en-US" sz="3000" spc="60" strike="noStrike" u="none">
                  <a:solidFill>
                    <a:srgbClr val="1dd0e1"/>
                  </a:solidFill>
                  <a:effectLst/>
                  <a:uFillTx/>
                  <a:latin typeface="Baloo 2"/>
                </a:rPr>
                <a:t>Go</a:t>
              </a:r>
              <a:endParaRPr b="0" lang="en-US" sz="30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91d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Imagen 5" descr=""/>
          <p:cNvPicPr/>
          <p:nvPr/>
        </p:nvPicPr>
        <p:blipFill>
          <a:blip r:embed="rId1"/>
          <a:stretch/>
        </p:blipFill>
        <p:spPr>
          <a:xfrm>
            <a:off x="14083920" y="8749440"/>
            <a:ext cx="3173040" cy="56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" name="TextBox 9"/>
          <p:cNvSpPr/>
          <p:nvPr/>
        </p:nvSpPr>
        <p:spPr>
          <a:xfrm>
            <a:off x="803160" y="609840"/>
            <a:ext cx="16569720" cy="76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US" sz="5000" strike="noStrike" u="none">
                <a:solidFill>
                  <a:srgbClr val="ffffff"/>
                </a:solidFill>
                <a:effectLst/>
                <a:uFillTx/>
                <a:latin typeface="Baloo 2"/>
              </a:rPr>
              <a:t>En este curso aprendiste:</a:t>
            </a:r>
            <a:endParaRPr b="0" lang="en-US" sz="5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73" name="Grupo 7"/>
          <p:cNvGrpSpPr/>
          <p:nvPr/>
        </p:nvGrpSpPr>
        <p:grpSpPr>
          <a:xfrm>
            <a:off x="14654520" y="0"/>
            <a:ext cx="3631680" cy="2093760"/>
            <a:chOff x="14654520" y="0"/>
            <a:chExt cx="3631680" cy="2093760"/>
          </a:xfrm>
        </p:grpSpPr>
        <p:sp>
          <p:nvSpPr>
            <p:cNvPr id="74" name="object 19"/>
            <p:cNvSpPr/>
            <p:nvPr/>
          </p:nvSpPr>
          <p:spPr>
            <a:xfrm>
              <a:off x="17600040" y="0"/>
              <a:ext cx="686160" cy="686160"/>
            </a:xfrm>
            <a:custGeom>
              <a:avLst/>
              <a:gdLst>
                <a:gd name="textAreaLeft" fmla="*/ 0 w 686160"/>
                <a:gd name="textAreaRight" fmla="*/ 687960 w 686160"/>
                <a:gd name="textAreaTop" fmla="*/ 0 h 686160"/>
                <a:gd name="textAreaBottom" fmla="*/ 687960 h 686160"/>
              </a:gdLst>
              <a:ahLst/>
              <a:cxnLst/>
              <a:rect l="textAreaLeft" t="textAreaTop" r="textAreaRight" b="textAreaBottom"/>
              <a:pathLst>
                <a:path w="356234" h="356235">
                  <a:moveTo>
                    <a:pt x="355993" y="0"/>
                  </a:moveTo>
                  <a:lnTo>
                    <a:pt x="0" y="0"/>
                  </a:lnTo>
                  <a:lnTo>
                    <a:pt x="0" y="355993"/>
                  </a:lnTo>
                  <a:lnTo>
                    <a:pt x="355993" y="355993"/>
                  </a:lnTo>
                  <a:lnTo>
                    <a:pt x="355993" y="0"/>
                  </a:lnTo>
                  <a:close/>
                </a:path>
              </a:pathLst>
            </a:custGeom>
            <a:solidFill>
              <a:srgbClr val="b0fb94">
                <a:alpha val="5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75" name="object 20"/>
            <p:cNvSpPr/>
            <p:nvPr/>
          </p:nvSpPr>
          <p:spPr>
            <a:xfrm>
              <a:off x="16127280" y="0"/>
              <a:ext cx="686160" cy="686160"/>
            </a:xfrm>
            <a:custGeom>
              <a:avLst/>
              <a:gdLst>
                <a:gd name="textAreaLeft" fmla="*/ 0 w 686160"/>
                <a:gd name="textAreaRight" fmla="*/ 687960 w 686160"/>
                <a:gd name="textAreaTop" fmla="*/ 0 h 686160"/>
                <a:gd name="textAreaBottom" fmla="*/ 687960 h 686160"/>
              </a:gdLst>
              <a:ahLst/>
              <a:cxnLst/>
              <a:rect l="textAreaLeft" t="textAreaTop" r="textAreaRight" b="textAreaBottom"/>
              <a:pathLst>
                <a:path w="356234" h="356235">
                  <a:moveTo>
                    <a:pt x="355993" y="0"/>
                  </a:moveTo>
                  <a:lnTo>
                    <a:pt x="0" y="0"/>
                  </a:lnTo>
                  <a:lnTo>
                    <a:pt x="0" y="355993"/>
                  </a:lnTo>
                  <a:lnTo>
                    <a:pt x="355993" y="355993"/>
                  </a:lnTo>
                  <a:lnTo>
                    <a:pt x="355993" y="0"/>
                  </a:lnTo>
                  <a:close/>
                </a:path>
              </a:pathLst>
            </a:custGeom>
            <a:solidFill>
              <a:srgbClr val="b0fb94">
                <a:alpha val="5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76" name="object 21"/>
            <p:cNvSpPr/>
            <p:nvPr/>
          </p:nvSpPr>
          <p:spPr>
            <a:xfrm>
              <a:off x="14654520" y="0"/>
              <a:ext cx="686160" cy="686160"/>
            </a:xfrm>
            <a:custGeom>
              <a:avLst/>
              <a:gdLst>
                <a:gd name="textAreaLeft" fmla="*/ 0 w 686160"/>
                <a:gd name="textAreaRight" fmla="*/ 687960 w 686160"/>
                <a:gd name="textAreaTop" fmla="*/ 0 h 686160"/>
                <a:gd name="textAreaBottom" fmla="*/ 687960 h 686160"/>
              </a:gdLst>
              <a:ahLst/>
              <a:cxnLst/>
              <a:rect l="textAreaLeft" t="textAreaTop" r="textAreaRight" b="textAreaBottom"/>
              <a:pathLst>
                <a:path w="356234" h="356235">
                  <a:moveTo>
                    <a:pt x="355993" y="0"/>
                  </a:moveTo>
                  <a:lnTo>
                    <a:pt x="0" y="0"/>
                  </a:lnTo>
                  <a:lnTo>
                    <a:pt x="0" y="355993"/>
                  </a:lnTo>
                  <a:lnTo>
                    <a:pt x="355993" y="355993"/>
                  </a:lnTo>
                  <a:lnTo>
                    <a:pt x="355993" y="0"/>
                  </a:lnTo>
                  <a:close/>
                </a:path>
              </a:pathLst>
            </a:custGeom>
            <a:solidFill>
              <a:srgbClr val="b0fb94">
                <a:alpha val="5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77" name="object 22"/>
            <p:cNvSpPr/>
            <p:nvPr/>
          </p:nvSpPr>
          <p:spPr>
            <a:xfrm>
              <a:off x="15459840" y="909720"/>
              <a:ext cx="548640" cy="548640"/>
            </a:xfrm>
            <a:custGeom>
              <a:avLst/>
              <a:gdLst>
                <a:gd name="textAreaLeft" fmla="*/ 0 w 548640"/>
                <a:gd name="textAreaRight" fmla="*/ 550440 w 548640"/>
                <a:gd name="textAreaTop" fmla="*/ 0 h 548640"/>
                <a:gd name="textAreaBottom" fmla="*/ 550440 h 548640"/>
              </a:gdLst>
              <a:ahLst/>
              <a:cxnLst/>
              <a:rect l="textAreaLeft" t="textAreaTop" r="textAreaRight" b="textAreaBottom"/>
              <a:pathLst>
                <a:path w="285115" h="285115">
                  <a:moveTo>
                    <a:pt x="284797" y="0"/>
                  </a:moveTo>
                  <a:lnTo>
                    <a:pt x="0" y="0"/>
                  </a:lnTo>
                  <a:lnTo>
                    <a:pt x="0" y="284797"/>
                  </a:lnTo>
                  <a:lnTo>
                    <a:pt x="284797" y="284797"/>
                  </a:lnTo>
                  <a:lnTo>
                    <a:pt x="284797" y="0"/>
                  </a:lnTo>
                  <a:close/>
                </a:path>
              </a:pathLst>
            </a:custGeom>
            <a:solidFill>
              <a:srgbClr val="60cdde">
                <a:alpha val="4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78" name="object 23"/>
            <p:cNvSpPr/>
            <p:nvPr/>
          </p:nvSpPr>
          <p:spPr>
            <a:xfrm>
              <a:off x="16932600" y="909720"/>
              <a:ext cx="548640" cy="548640"/>
            </a:xfrm>
            <a:custGeom>
              <a:avLst/>
              <a:gdLst>
                <a:gd name="textAreaLeft" fmla="*/ 0 w 548640"/>
                <a:gd name="textAreaRight" fmla="*/ 550440 w 548640"/>
                <a:gd name="textAreaTop" fmla="*/ 0 h 548640"/>
                <a:gd name="textAreaBottom" fmla="*/ 550440 h 548640"/>
              </a:gdLst>
              <a:ahLst/>
              <a:cxnLst/>
              <a:rect l="textAreaLeft" t="textAreaTop" r="textAreaRight" b="textAreaBottom"/>
              <a:pathLst>
                <a:path w="285115" h="285115">
                  <a:moveTo>
                    <a:pt x="284797" y="0"/>
                  </a:moveTo>
                  <a:lnTo>
                    <a:pt x="0" y="0"/>
                  </a:lnTo>
                  <a:lnTo>
                    <a:pt x="0" y="284797"/>
                  </a:lnTo>
                  <a:lnTo>
                    <a:pt x="284797" y="284797"/>
                  </a:lnTo>
                  <a:lnTo>
                    <a:pt x="284797" y="0"/>
                  </a:lnTo>
                  <a:close/>
                </a:path>
              </a:pathLst>
            </a:custGeom>
            <a:solidFill>
              <a:srgbClr val="60cdde">
                <a:alpha val="4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79" name="object 24"/>
            <p:cNvSpPr/>
            <p:nvPr/>
          </p:nvSpPr>
          <p:spPr>
            <a:xfrm>
              <a:off x="16264800" y="1682280"/>
              <a:ext cx="411480" cy="411480"/>
            </a:xfrm>
            <a:custGeom>
              <a:avLst/>
              <a:gdLst>
                <a:gd name="textAreaLeft" fmla="*/ 0 w 411480"/>
                <a:gd name="textAreaRight" fmla="*/ 413280 w 411480"/>
                <a:gd name="textAreaTop" fmla="*/ 0 h 411480"/>
                <a:gd name="textAreaBottom" fmla="*/ 413280 h 411480"/>
              </a:gdLst>
              <a:ahLst/>
              <a:cxnLst/>
              <a:rect l="textAreaLeft" t="textAreaTop" r="textAreaRight" b="textAreaBottom"/>
              <a:pathLst>
                <a:path w="213995" h="213994">
                  <a:moveTo>
                    <a:pt x="213588" y="0"/>
                  </a:moveTo>
                  <a:lnTo>
                    <a:pt x="0" y="0"/>
                  </a:lnTo>
                  <a:lnTo>
                    <a:pt x="0" y="213601"/>
                  </a:lnTo>
                  <a:lnTo>
                    <a:pt x="213588" y="213601"/>
                  </a:lnTo>
                  <a:lnTo>
                    <a:pt x="213588" y="0"/>
                  </a:lnTo>
                  <a:close/>
                </a:path>
              </a:pathLst>
            </a:custGeom>
            <a:solidFill>
              <a:srgbClr val="60cdde">
                <a:alpha val="3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grpSp>
        <p:nvGrpSpPr>
          <p:cNvPr id="80" name="Grupo 8"/>
          <p:cNvGrpSpPr/>
          <p:nvPr/>
        </p:nvGrpSpPr>
        <p:grpSpPr>
          <a:xfrm>
            <a:off x="914400" y="9144000"/>
            <a:ext cx="16228800" cy="563400"/>
            <a:chOff x="914400" y="9144000"/>
            <a:chExt cx="16228800" cy="563400"/>
          </a:xfrm>
        </p:grpSpPr>
        <p:pic>
          <p:nvPicPr>
            <p:cNvPr id="81" name="Imagen 6" descr=""/>
            <p:cNvPicPr/>
            <p:nvPr/>
          </p:nvPicPr>
          <p:blipFill>
            <a:blip r:embed="rId2"/>
            <a:stretch/>
          </p:blipFill>
          <p:spPr>
            <a:xfrm>
              <a:off x="914400" y="9144000"/>
              <a:ext cx="563400" cy="5634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82" name="TextBox 10"/>
            <p:cNvSpPr/>
            <p:nvPr/>
          </p:nvSpPr>
          <p:spPr>
            <a:xfrm>
              <a:off x="914400" y="9201960"/>
              <a:ext cx="16228800" cy="444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3501"/>
                </a:lnSpc>
              </a:pPr>
              <a:r>
                <a:rPr b="0" lang="en-US" sz="2500" strike="noStrike" u="none">
                  <a:solidFill>
                    <a:srgbClr val="1dd0e1"/>
                  </a:solidFill>
                  <a:effectLst/>
                  <a:uFillTx/>
                  <a:latin typeface="Baloo 2"/>
                </a:rPr>
                <a:t>           @DataBoosters</a:t>
              </a:r>
              <a:endParaRPr b="0" lang="en-US" sz="2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3" name="Google Shape;55;p 3"/>
          <p:cNvSpPr/>
          <p:nvPr/>
        </p:nvSpPr>
        <p:spPr>
          <a:xfrm>
            <a:off x="457920" y="685800"/>
            <a:ext cx="15314760" cy="496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182880" bIns="182880" anchor="t">
            <a:noAutofit/>
          </a:bodyPr>
          <a:p>
            <a:pPr defTabSz="914400">
              <a:lnSpc>
                <a:spcPct val="100000"/>
              </a:lnSpc>
              <a:spcAft>
                <a:spcPts val="3200"/>
              </a:spcAft>
            </a:pPr>
            <a:endParaRPr b="0" lang="en-US" sz="3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n-US" sz="3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1</a:t>
            </a:r>
            <a:r>
              <a:rPr b="0" lang="en-US" sz="3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	</a:t>
            </a:r>
            <a:r>
              <a:rPr b="0" lang="en-US" sz="3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Cómo leer y transformar datos con Go</a:t>
            </a:r>
            <a:endParaRPr b="0" lang="en-US" sz="3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n-US" sz="3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2</a:t>
            </a:r>
            <a:r>
              <a:rPr b="0" lang="en-US" sz="3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	</a:t>
            </a:r>
            <a:r>
              <a:rPr b="0" lang="en-US" sz="3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Cómo explorar y filtrar información usando gota</a:t>
            </a:r>
            <a:endParaRPr b="0" lang="en-US" sz="3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n-US" sz="3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3</a:t>
            </a:r>
            <a:r>
              <a:rPr b="0" lang="en-US" sz="3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	</a:t>
            </a:r>
            <a:r>
              <a:rPr b="0" lang="en-US" sz="3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Cómo implementar lógica de negocio, validaciones y persistencia</a:t>
            </a:r>
            <a:endParaRPr b="0" lang="en-US" sz="3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n-US" sz="3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4</a:t>
            </a:r>
            <a:r>
              <a:rPr b="0" lang="en-US" sz="3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	</a:t>
            </a:r>
            <a:r>
              <a:rPr b="0" lang="en-US" sz="3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Cómo construir herramientas robustas de lÃ­nea de comandos</a:t>
            </a:r>
            <a:endParaRPr b="0" lang="en-US" sz="3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n-US" sz="3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5</a:t>
            </a:r>
            <a:r>
              <a:rPr b="0" lang="en-US" sz="3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	</a:t>
            </a:r>
            <a:r>
              <a:rPr b="0" lang="en-US" sz="3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Y cómo llevar todo a un proyecto real, completo y funcional</a:t>
            </a:r>
            <a:endParaRPr b="0" lang="en-US" sz="3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b="0" lang="en-US" sz="3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n-US" sz="3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Este curso te muestra que Go no solo es útil para sistemas concurrentes o APIs, también puede ser una gran herramienta para tareas de análisis, ETL y automatización de datos.</a:t>
            </a:r>
            <a:endParaRPr b="0" lang="en-US" sz="3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3200"/>
              </a:spcAft>
            </a:pPr>
            <a:endParaRPr b="0" lang="en-US" sz="3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91d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Imagen 20" descr=""/>
          <p:cNvPicPr/>
          <p:nvPr/>
        </p:nvPicPr>
        <p:blipFill>
          <a:blip r:embed="rId1"/>
          <a:stretch/>
        </p:blipFill>
        <p:spPr>
          <a:xfrm>
            <a:off x="14083920" y="8749440"/>
            <a:ext cx="3173040" cy="56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5" name="TextBox 3"/>
          <p:cNvSpPr/>
          <p:nvPr/>
        </p:nvSpPr>
        <p:spPr>
          <a:xfrm>
            <a:off x="1031760" y="1067040"/>
            <a:ext cx="16569720" cy="76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5000" strike="noStrike" u="none">
                <a:solidFill>
                  <a:srgbClr val="ffffff"/>
                </a:solidFill>
                <a:effectLst/>
                <a:uFillTx/>
                <a:latin typeface="Baloo 2"/>
              </a:rPr>
              <a:t>¿Qué sigue ahora?</a:t>
            </a:r>
            <a:endParaRPr b="0" lang="en-US" sz="5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86" name="Grupo 3"/>
          <p:cNvGrpSpPr/>
          <p:nvPr/>
        </p:nvGrpSpPr>
        <p:grpSpPr>
          <a:xfrm>
            <a:off x="14654520" y="0"/>
            <a:ext cx="3631680" cy="2093760"/>
            <a:chOff x="14654520" y="0"/>
            <a:chExt cx="3631680" cy="2093760"/>
          </a:xfrm>
        </p:grpSpPr>
        <p:sp>
          <p:nvSpPr>
            <p:cNvPr id="87" name="object 6"/>
            <p:cNvSpPr/>
            <p:nvPr/>
          </p:nvSpPr>
          <p:spPr>
            <a:xfrm>
              <a:off x="17600040" y="0"/>
              <a:ext cx="686160" cy="686160"/>
            </a:xfrm>
            <a:custGeom>
              <a:avLst/>
              <a:gdLst>
                <a:gd name="textAreaLeft" fmla="*/ 0 w 686160"/>
                <a:gd name="textAreaRight" fmla="*/ 687960 w 686160"/>
                <a:gd name="textAreaTop" fmla="*/ 0 h 686160"/>
                <a:gd name="textAreaBottom" fmla="*/ 687960 h 686160"/>
              </a:gdLst>
              <a:ahLst/>
              <a:cxnLst/>
              <a:rect l="textAreaLeft" t="textAreaTop" r="textAreaRight" b="textAreaBottom"/>
              <a:pathLst>
                <a:path w="356234" h="356235">
                  <a:moveTo>
                    <a:pt x="355993" y="0"/>
                  </a:moveTo>
                  <a:lnTo>
                    <a:pt x="0" y="0"/>
                  </a:lnTo>
                  <a:lnTo>
                    <a:pt x="0" y="355993"/>
                  </a:lnTo>
                  <a:lnTo>
                    <a:pt x="355993" y="355993"/>
                  </a:lnTo>
                  <a:lnTo>
                    <a:pt x="355993" y="0"/>
                  </a:lnTo>
                  <a:close/>
                </a:path>
              </a:pathLst>
            </a:custGeom>
            <a:solidFill>
              <a:srgbClr val="b0fb94">
                <a:alpha val="5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88" name="object 7"/>
            <p:cNvSpPr/>
            <p:nvPr/>
          </p:nvSpPr>
          <p:spPr>
            <a:xfrm>
              <a:off x="16127280" y="0"/>
              <a:ext cx="686160" cy="686160"/>
            </a:xfrm>
            <a:custGeom>
              <a:avLst/>
              <a:gdLst>
                <a:gd name="textAreaLeft" fmla="*/ 0 w 686160"/>
                <a:gd name="textAreaRight" fmla="*/ 687960 w 686160"/>
                <a:gd name="textAreaTop" fmla="*/ 0 h 686160"/>
                <a:gd name="textAreaBottom" fmla="*/ 687960 h 686160"/>
              </a:gdLst>
              <a:ahLst/>
              <a:cxnLst/>
              <a:rect l="textAreaLeft" t="textAreaTop" r="textAreaRight" b="textAreaBottom"/>
              <a:pathLst>
                <a:path w="356234" h="356235">
                  <a:moveTo>
                    <a:pt x="355993" y="0"/>
                  </a:moveTo>
                  <a:lnTo>
                    <a:pt x="0" y="0"/>
                  </a:lnTo>
                  <a:lnTo>
                    <a:pt x="0" y="355993"/>
                  </a:lnTo>
                  <a:lnTo>
                    <a:pt x="355993" y="355993"/>
                  </a:lnTo>
                  <a:lnTo>
                    <a:pt x="355993" y="0"/>
                  </a:lnTo>
                  <a:close/>
                </a:path>
              </a:pathLst>
            </a:custGeom>
            <a:solidFill>
              <a:srgbClr val="b0fb94">
                <a:alpha val="5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89" name="object 8"/>
            <p:cNvSpPr/>
            <p:nvPr/>
          </p:nvSpPr>
          <p:spPr>
            <a:xfrm>
              <a:off x="14654520" y="0"/>
              <a:ext cx="686160" cy="686160"/>
            </a:xfrm>
            <a:custGeom>
              <a:avLst/>
              <a:gdLst>
                <a:gd name="textAreaLeft" fmla="*/ 0 w 686160"/>
                <a:gd name="textAreaRight" fmla="*/ 687960 w 686160"/>
                <a:gd name="textAreaTop" fmla="*/ 0 h 686160"/>
                <a:gd name="textAreaBottom" fmla="*/ 687960 h 686160"/>
              </a:gdLst>
              <a:ahLst/>
              <a:cxnLst/>
              <a:rect l="textAreaLeft" t="textAreaTop" r="textAreaRight" b="textAreaBottom"/>
              <a:pathLst>
                <a:path w="356234" h="356235">
                  <a:moveTo>
                    <a:pt x="355993" y="0"/>
                  </a:moveTo>
                  <a:lnTo>
                    <a:pt x="0" y="0"/>
                  </a:lnTo>
                  <a:lnTo>
                    <a:pt x="0" y="355993"/>
                  </a:lnTo>
                  <a:lnTo>
                    <a:pt x="355993" y="355993"/>
                  </a:lnTo>
                  <a:lnTo>
                    <a:pt x="355993" y="0"/>
                  </a:lnTo>
                  <a:close/>
                </a:path>
              </a:pathLst>
            </a:custGeom>
            <a:solidFill>
              <a:srgbClr val="b0fb94">
                <a:alpha val="5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90" name="object 9"/>
            <p:cNvSpPr/>
            <p:nvPr/>
          </p:nvSpPr>
          <p:spPr>
            <a:xfrm>
              <a:off x="15459840" y="909720"/>
              <a:ext cx="548640" cy="548640"/>
            </a:xfrm>
            <a:custGeom>
              <a:avLst/>
              <a:gdLst>
                <a:gd name="textAreaLeft" fmla="*/ 0 w 548640"/>
                <a:gd name="textAreaRight" fmla="*/ 550440 w 548640"/>
                <a:gd name="textAreaTop" fmla="*/ 0 h 548640"/>
                <a:gd name="textAreaBottom" fmla="*/ 550440 h 548640"/>
              </a:gdLst>
              <a:ahLst/>
              <a:cxnLst/>
              <a:rect l="textAreaLeft" t="textAreaTop" r="textAreaRight" b="textAreaBottom"/>
              <a:pathLst>
                <a:path w="285115" h="285115">
                  <a:moveTo>
                    <a:pt x="284797" y="0"/>
                  </a:moveTo>
                  <a:lnTo>
                    <a:pt x="0" y="0"/>
                  </a:lnTo>
                  <a:lnTo>
                    <a:pt x="0" y="284797"/>
                  </a:lnTo>
                  <a:lnTo>
                    <a:pt x="284797" y="284797"/>
                  </a:lnTo>
                  <a:lnTo>
                    <a:pt x="284797" y="0"/>
                  </a:lnTo>
                  <a:close/>
                </a:path>
              </a:pathLst>
            </a:custGeom>
            <a:solidFill>
              <a:srgbClr val="60cdde">
                <a:alpha val="4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91" name="object 10"/>
            <p:cNvSpPr/>
            <p:nvPr/>
          </p:nvSpPr>
          <p:spPr>
            <a:xfrm>
              <a:off x="16932600" y="909720"/>
              <a:ext cx="548640" cy="548640"/>
            </a:xfrm>
            <a:custGeom>
              <a:avLst/>
              <a:gdLst>
                <a:gd name="textAreaLeft" fmla="*/ 0 w 548640"/>
                <a:gd name="textAreaRight" fmla="*/ 550440 w 548640"/>
                <a:gd name="textAreaTop" fmla="*/ 0 h 548640"/>
                <a:gd name="textAreaBottom" fmla="*/ 550440 h 548640"/>
              </a:gdLst>
              <a:ahLst/>
              <a:cxnLst/>
              <a:rect l="textAreaLeft" t="textAreaTop" r="textAreaRight" b="textAreaBottom"/>
              <a:pathLst>
                <a:path w="285115" h="285115">
                  <a:moveTo>
                    <a:pt x="284797" y="0"/>
                  </a:moveTo>
                  <a:lnTo>
                    <a:pt x="0" y="0"/>
                  </a:lnTo>
                  <a:lnTo>
                    <a:pt x="0" y="284797"/>
                  </a:lnTo>
                  <a:lnTo>
                    <a:pt x="284797" y="284797"/>
                  </a:lnTo>
                  <a:lnTo>
                    <a:pt x="284797" y="0"/>
                  </a:lnTo>
                  <a:close/>
                </a:path>
              </a:pathLst>
            </a:custGeom>
            <a:solidFill>
              <a:srgbClr val="60cdde">
                <a:alpha val="4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92" name="object 11"/>
            <p:cNvSpPr/>
            <p:nvPr/>
          </p:nvSpPr>
          <p:spPr>
            <a:xfrm>
              <a:off x="16264800" y="1682280"/>
              <a:ext cx="411480" cy="411480"/>
            </a:xfrm>
            <a:custGeom>
              <a:avLst/>
              <a:gdLst>
                <a:gd name="textAreaLeft" fmla="*/ 0 w 411480"/>
                <a:gd name="textAreaRight" fmla="*/ 413280 w 411480"/>
                <a:gd name="textAreaTop" fmla="*/ 0 h 411480"/>
                <a:gd name="textAreaBottom" fmla="*/ 413280 h 411480"/>
              </a:gdLst>
              <a:ahLst/>
              <a:cxnLst/>
              <a:rect l="textAreaLeft" t="textAreaTop" r="textAreaRight" b="textAreaBottom"/>
              <a:pathLst>
                <a:path w="213995" h="213994">
                  <a:moveTo>
                    <a:pt x="213588" y="0"/>
                  </a:moveTo>
                  <a:lnTo>
                    <a:pt x="0" y="0"/>
                  </a:lnTo>
                  <a:lnTo>
                    <a:pt x="0" y="213601"/>
                  </a:lnTo>
                  <a:lnTo>
                    <a:pt x="213588" y="213601"/>
                  </a:lnTo>
                  <a:lnTo>
                    <a:pt x="213588" y="0"/>
                  </a:lnTo>
                  <a:close/>
                </a:path>
              </a:pathLst>
            </a:custGeom>
            <a:solidFill>
              <a:srgbClr val="60cdde">
                <a:alpha val="3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grpSp>
        <p:nvGrpSpPr>
          <p:cNvPr id="93" name="Grupo 15"/>
          <p:cNvGrpSpPr/>
          <p:nvPr/>
        </p:nvGrpSpPr>
        <p:grpSpPr>
          <a:xfrm>
            <a:off x="1028520" y="8749440"/>
            <a:ext cx="16228800" cy="563400"/>
            <a:chOff x="1028520" y="8749440"/>
            <a:chExt cx="16228800" cy="563400"/>
          </a:xfrm>
        </p:grpSpPr>
        <p:pic>
          <p:nvPicPr>
            <p:cNvPr id="94" name="Imagen 17" descr=""/>
            <p:cNvPicPr/>
            <p:nvPr/>
          </p:nvPicPr>
          <p:blipFill>
            <a:blip r:embed="rId2"/>
            <a:stretch/>
          </p:blipFill>
          <p:spPr>
            <a:xfrm>
              <a:off x="1028520" y="8749440"/>
              <a:ext cx="563400" cy="5634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95" name="TextBox 7"/>
            <p:cNvSpPr/>
            <p:nvPr/>
          </p:nvSpPr>
          <p:spPr>
            <a:xfrm>
              <a:off x="1028520" y="8807400"/>
              <a:ext cx="16228800" cy="451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3501"/>
                </a:lnSpc>
              </a:pPr>
              <a:r>
                <a:rPr b="0" lang="en-US" sz="2500" strike="noStrike" u="none">
                  <a:solidFill>
                    <a:srgbClr val="1dd0e1"/>
                  </a:solidFill>
                  <a:effectLst/>
                  <a:uFillTx/>
                  <a:latin typeface="Baloo 2"/>
                </a:rPr>
                <a:t>           @DataBoosters</a:t>
              </a:r>
              <a:endParaRPr b="0" lang="en-US" sz="2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6" name="Google Shape;55;p13"/>
          <p:cNvSpPr/>
          <p:nvPr/>
        </p:nvSpPr>
        <p:spPr>
          <a:xfrm>
            <a:off x="1143000" y="2057400"/>
            <a:ext cx="15314760" cy="496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182880" bIns="182880" anchor="t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3000" strike="noStrike" u="none">
                <a:solidFill>
                  <a:schemeClr val="lt1"/>
                </a:solidFill>
                <a:effectLst/>
                <a:uFillTx/>
                <a:latin typeface="Baloo 2"/>
              </a:rPr>
              <a:t>Puedes extender tu proyecto final, integrando PostgreSQL o una API REST.</a:t>
            </a:r>
            <a:endParaRPr b="0" lang="en-US" sz="3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3000" strike="noStrike" u="none">
                <a:solidFill>
                  <a:schemeClr val="lt1"/>
                </a:solidFill>
                <a:effectLst/>
                <a:uFillTx/>
                <a:latin typeface="Baloo 2"/>
              </a:rPr>
              <a:t>Explora bibliotecas como gonum para estadística avanzada y machine learning.</a:t>
            </a:r>
            <a:endParaRPr b="0" lang="en-US" sz="3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3000" strike="noStrike" u="none">
                <a:solidFill>
                  <a:schemeClr val="lt1"/>
                </a:solidFill>
                <a:effectLst/>
                <a:uFillTx/>
                <a:latin typeface="Baloo 2"/>
              </a:rPr>
              <a:t>O sigue desarrollando CLIs para automatizar tareas dentro de tu flujo de trabajo profesional.</a:t>
            </a:r>
            <a:endParaRPr b="0" lang="en-US" sz="3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b="0" lang="en-US" sz="3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3200"/>
              </a:spcAft>
            </a:pPr>
            <a:endParaRPr b="0" lang="en-US" sz="3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91d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Imagen 7" descr=""/>
          <p:cNvPicPr/>
          <p:nvPr/>
        </p:nvPicPr>
        <p:blipFill>
          <a:blip r:embed="rId1"/>
          <a:stretch/>
        </p:blipFill>
        <p:spPr>
          <a:xfrm>
            <a:off x="14083920" y="8749440"/>
            <a:ext cx="3173040" cy="56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8" name="TextBox 11"/>
          <p:cNvSpPr/>
          <p:nvPr/>
        </p:nvSpPr>
        <p:spPr>
          <a:xfrm>
            <a:off x="2743200" y="3246480"/>
            <a:ext cx="12000240" cy="24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 anchorCtr="1">
            <a:spAutoFit/>
          </a:bodyPr>
          <a:p>
            <a:pPr algn="ctr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US" sz="5400" strike="noStrike" u="none">
                <a:solidFill>
                  <a:srgbClr val="ffffff"/>
                </a:solidFill>
                <a:effectLst/>
                <a:uFillTx/>
                <a:latin typeface="Baloo 2"/>
              </a:rPr>
              <a:t>¡Gracias por acompañarme y mucho éxito aplicando Go en tus análisis de datos!</a:t>
            </a:r>
            <a:endParaRPr b="0" lang="en-US" sz="5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99" name="Grupo 9"/>
          <p:cNvGrpSpPr/>
          <p:nvPr/>
        </p:nvGrpSpPr>
        <p:grpSpPr>
          <a:xfrm>
            <a:off x="14654520" y="0"/>
            <a:ext cx="3631680" cy="2093760"/>
            <a:chOff x="14654520" y="0"/>
            <a:chExt cx="3631680" cy="2093760"/>
          </a:xfrm>
        </p:grpSpPr>
        <p:sp>
          <p:nvSpPr>
            <p:cNvPr id="100" name="object 25"/>
            <p:cNvSpPr/>
            <p:nvPr/>
          </p:nvSpPr>
          <p:spPr>
            <a:xfrm>
              <a:off x="17600040" y="0"/>
              <a:ext cx="686160" cy="686160"/>
            </a:xfrm>
            <a:custGeom>
              <a:avLst/>
              <a:gdLst>
                <a:gd name="textAreaLeft" fmla="*/ 0 w 686160"/>
                <a:gd name="textAreaRight" fmla="*/ 687960 w 686160"/>
                <a:gd name="textAreaTop" fmla="*/ 0 h 686160"/>
                <a:gd name="textAreaBottom" fmla="*/ 687960 h 686160"/>
              </a:gdLst>
              <a:ahLst/>
              <a:cxnLst/>
              <a:rect l="textAreaLeft" t="textAreaTop" r="textAreaRight" b="textAreaBottom"/>
              <a:pathLst>
                <a:path w="356234" h="356235">
                  <a:moveTo>
                    <a:pt x="355993" y="0"/>
                  </a:moveTo>
                  <a:lnTo>
                    <a:pt x="0" y="0"/>
                  </a:lnTo>
                  <a:lnTo>
                    <a:pt x="0" y="355993"/>
                  </a:lnTo>
                  <a:lnTo>
                    <a:pt x="355993" y="355993"/>
                  </a:lnTo>
                  <a:lnTo>
                    <a:pt x="355993" y="0"/>
                  </a:lnTo>
                  <a:close/>
                </a:path>
              </a:pathLst>
            </a:custGeom>
            <a:solidFill>
              <a:srgbClr val="b0fb94">
                <a:alpha val="5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01" name="object 26"/>
            <p:cNvSpPr/>
            <p:nvPr/>
          </p:nvSpPr>
          <p:spPr>
            <a:xfrm>
              <a:off x="16127280" y="0"/>
              <a:ext cx="686160" cy="686160"/>
            </a:xfrm>
            <a:custGeom>
              <a:avLst/>
              <a:gdLst>
                <a:gd name="textAreaLeft" fmla="*/ 0 w 686160"/>
                <a:gd name="textAreaRight" fmla="*/ 687960 w 686160"/>
                <a:gd name="textAreaTop" fmla="*/ 0 h 686160"/>
                <a:gd name="textAreaBottom" fmla="*/ 687960 h 686160"/>
              </a:gdLst>
              <a:ahLst/>
              <a:cxnLst/>
              <a:rect l="textAreaLeft" t="textAreaTop" r="textAreaRight" b="textAreaBottom"/>
              <a:pathLst>
                <a:path w="356234" h="356235">
                  <a:moveTo>
                    <a:pt x="355993" y="0"/>
                  </a:moveTo>
                  <a:lnTo>
                    <a:pt x="0" y="0"/>
                  </a:lnTo>
                  <a:lnTo>
                    <a:pt x="0" y="355993"/>
                  </a:lnTo>
                  <a:lnTo>
                    <a:pt x="355993" y="355993"/>
                  </a:lnTo>
                  <a:lnTo>
                    <a:pt x="355993" y="0"/>
                  </a:lnTo>
                  <a:close/>
                </a:path>
              </a:pathLst>
            </a:custGeom>
            <a:solidFill>
              <a:srgbClr val="b0fb94">
                <a:alpha val="5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02" name="object 27"/>
            <p:cNvSpPr/>
            <p:nvPr/>
          </p:nvSpPr>
          <p:spPr>
            <a:xfrm>
              <a:off x="14654520" y="0"/>
              <a:ext cx="686160" cy="686160"/>
            </a:xfrm>
            <a:custGeom>
              <a:avLst/>
              <a:gdLst>
                <a:gd name="textAreaLeft" fmla="*/ 0 w 686160"/>
                <a:gd name="textAreaRight" fmla="*/ 687960 w 686160"/>
                <a:gd name="textAreaTop" fmla="*/ 0 h 686160"/>
                <a:gd name="textAreaBottom" fmla="*/ 687960 h 686160"/>
              </a:gdLst>
              <a:ahLst/>
              <a:cxnLst/>
              <a:rect l="textAreaLeft" t="textAreaTop" r="textAreaRight" b="textAreaBottom"/>
              <a:pathLst>
                <a:path w="356234" h="356235">
                  <a:moveTo>
                    <a:pt x="355993" y="0"/>
                  </a:moveTo>
                  <a:lnTo>
                    <a:pt x="0" y="0"/>
                  </a:lnTo>
                  <a:lnTo>
                    <a:pt x="0" y="355993"/>
                  </a:lnTo>
                  <a:lnTo>
                    <a:pt x="355993" y="355993"/>
                  </a:lnTo>
                  <a:lnTo>
                    <a:pt x="355993" y="0"/>
                  </a:lnTo>
                  <a:close/>
                </a:path>
              </a:pathLst>
            </a:custGeom>
            <a:solidFill>
              <a:srgbClr val="b0fb94">
                <a:alpha val="5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03" name="object 28"/>
            <p:cNvSpPr/>
            <p:nvPr/>
          </p:nvSpPr>
          <p:spPr>
            <a:xfrm>
              <a:off x="15459840" y="909720"/>
              <a:ext cx="548640" cy="548640"/>
            </a:xfrm>
            <a:custGeom>
              <a:avLst/>
              <a:gdLst>
                <a:gd name="textAreaLeft" fmla="*/ 0 w 548640"/>
                <a:gd name="textAreaRight" fmla="*/ 550440 w 548640"/>
                <a:gd name="textAreaTop" fmla="*/ 0 h 548640"/>
                <a:gd name="textAreaBottom" fmla="*/ 550440 h 548640"/>
              </a:gdLst>
              <a:ahLst/>
              <a:cxnLst/>
              <a:rect l="textAreaLeft" t="textAreaTop" r="textAreaRight" b="textAreaBottom"/>
              <a:pathLst>
                <a:path w="285115" h="285115">
                  <a:moveTo>
                    <a:pt x="284797" y="0"/>
                  </a:moveTo>
                  <a:lnTo>
                    <a:pt x="0" y="0"/>
                  </a:lnTo>
                  <a:lnTo>
                    <a:pt x="0" y="284797"/>
                  </a:lnTo>
                  <a:lnTo>
                    <a:pt x="284797" y="284797"/>
                  </a:lnTo>
                  <a:lnTo>
                    <a:pt x="284797" y="0"/>
                  </a:lnTo>
                  <a:close/>
                </a:path>
              </a:pathLst>
            </a:custGeom>
            <a:solidFill>
              <a:srgbClr val="60cdde">
                <a:alpha val="4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04" name="object 29"/>
            <p:cNvSpPr/>
            <p:nvPr/>
          </p:nvSpPr>
          <p:spPr>
            <a:xfrm>
              <a:off x="16932600" y="909720"/>
              <a:ext cx="548640" cy="548640"/>
            </a:xfrm>
            <a:custGeom>
              <a:avLst/>
              <a:gdLst>
                <a:gd name="textAreaLeft" fmla="*/ 0 w 548640"/>
                <a:gd name="textAreaRight" fmla="*/ 550440 w 548640"/>
                <a:gd name="textAreaTop" fmla="*/ 0 h 548640"/>
                <a:gd name="textAreaBottom" fmla="*/ 550440 h 548640"/>
              </a:gdLst>
              <a:ahLst/>
              <a:cxnLst/>
              <a:rect l="textAreaLeft" t="textAreaTop" r="textAreaRight" b="textAreaBottom"/>
              <a:pathLst>
                <a:path w="285115" h="285115">
                  <a:moveTo>
                    <a:pt x="284797" y="0"/>
                  </a:moveTo>
                  <a:lnTo>
                    <a:pt x="0" y="0"/>
                  </a:lnTo>
                  <a:lnTo>
                    <a:pt x="0" y="284797"/>
                  </a:lnTo>
                  <a:lnTo>
                    <a:pt x="284797" y="284797"/>
                  </a:lnTo>
                  <a:lnTo>
                    <a:pt x="284797" y="0"/>
                  </a:lnTo>
                  <a:close/>
                </a:path>
              </a:pathLst>
            </a:custGeom>
            <a:solidFill>
              <a:srgbClr val="60cdde">
                <a:alpha val="4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05" name="object 30"/>
            <p:cNvSpPr/>
            <p:nvPr/>
          </p:nvSpPr>
          <p:spPr>
            <a:xfrm>
              <a:off x="16264800" y="1682280"/>
              <a:ext cx="411480" cy="411480"/>
            </a:xfrm>
            <a:custGeom>
              <a:avLst/>
              <a:gdLst>
                <a:gd name="textAreaLeft" fmla="*/ 0 w 411480"/>
                <a:gd name="textAreaRight" fmla="*/ 413280 w 411480"/>
                <a:gd name="textAreaTop" fmla="*/ 0 h 411480"/>
                <a:gd name="textAreaBottom" fmla="*/ 413280 h 411480"/>
              </a:gdLst>
              <a:ahLst/>
              <a:cxnLst/>
              <a:rect l="textAreaLeft" t="textAreaTop" r="textAreaRight" b="textAreaBottom"/>
              <a:pathLst>
                <a:path w="213995" h="213994">
                  <a:moveTo>
                    <a:pt x="213588" y="0"/>
                  </a:moveTo>
                  <a:lnTo>
                    <a:pt x="0" y="0"/>
                  </a:lnTo>
                  <a:lnTo>
                    <a:pt x="0" y="213601"/>
                  </a:lnTo>
                  <a:lnTo>
                    <a:pt x="213588" y="213601"/>
                  </a:lnTo>
                  <a:lnTo>
                    <a:pt x="213588" y="0"/>
                  </a:lnTo>
                  <a:close/>
                </a:path>
              </a:pathLst>
            </a:custGeom>
            <a:solidFill>
              <a:srgbClr val="60cdde">
                <a:alpha val="3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grpSp>
        <p:nvGrpSpPr>
          <p:cNvPr id="106" name="Grupo 10"/>
          <p:cNvGrpSpPr/>
          <p:nvPr/>
        </p:nvGrpSpPr>
        <p:grpSpPr>
          <a:xfrm>
            <a:off x="1028520" y="8749440"/>
            <a:ext cx="16228800" cy="563400"/>
            <a:chOff x="1028520" y="8749440"/>
            <a:chExt cx="16228800" cy="563400"/>
          </a:xfrm>
        </p:grpSpPr>
        <p:pic>
          <p:nvPicPr>
            <p:cNvPr id="107" name="Imagen 8" descr=""/>
            <p:cNvPicPr/>
            <p:nvPr/>
          </p:nvPicPr>
          <p:blipFill>
            <a:blip r:embed="rId2"/>
            <a:stretch/>
          </p:blipFill>
          <p:spPr>
            <a:xfrm>
              <a:off x="1028520" y="8749440"/>
              <a:ext cx="563400" cy="5634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08" name="TextBox 12"/>
            <p:cNvSpPr/>
            <p:nvPr/>
          </p:nvSpPr>
          <p:spPr>
            <a:xfrm>
              <a:off x="1028520" y="8807400"/>
              <a:ext cx="16228800" cy="444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3501"/>
                </a:lnSpc>
              </a:pPr>
              <a:r>
                <a:rPr b="0" lang="en-US" sz="2500" strike="noStrike" u="none">
                  <a:solidFill>
                    <a:srgbClr val="1dd0e1"/>
                  </a:solidFill>
                  <a:effectLst/>
                  <a:uFillTx/>
                  <a:latin typeface="Baloo 2"/>
                </a:rPr>
                <a:t>           @DataBoosters</a:t>
              </a:r>
              <a:endParaRPr b="0" lang="en-US" sz="2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104046</TotalTime>
  <Application>LibreOffice/25.2.4.3$Linux_X86_64 LibreOffice_project/520$Build-3</Application>
  <AppVersion>15.0000</AppVersion>
  <Words>1207</Words>
  <Paragraphs>172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identifier>DAFnVuib1PQ</dc:identifier>
  <dc:language>en-US</dc:language>
  <cp:lastModifiedBy/>
  <cp:lastPrinted>2025-07-14T14:22:39Z</cp:lastPrinted>
  <dcterms:modified xsi:type="dcterms:W3CDTF">2025-07-14T14:22:25Z</dcterms:modified>
  <cp:revision>29</cp:revision>
  <dc:subject/>
  <dc:title>@DataBoosters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1</vt:i4>
  </property>
  <property fmtid="{D5CDD505-2E9C-101B-9397-08002B2CF9AE}" pid="3" name="Notes">
    <vt:i4>1</vt:i4>
  </property>
  <property fmtid="{D5CDD505-2E9C-101B-9397-08002B2CF9AE}" pid="4" name="PresentationFormat">
    <vt:lpwstr>Personalizado</vt:lpwstr>
  </property>
  <property fmtid="{D5CDD505-2E9C-101B-9397-08002B2CF9AE}" pid="5" name="Slides">
    <vt:i4>28</vt:i4>
  </property>
</Properties>
</file>