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B7F14A-8755-44AE-AD81-8243A7D208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30D44F-EBCF-423B-B9C9-3D09B92E09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65514F-9576-4DDF-8B13-E5E4B1FAC1C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6A03E1-01C2-4E4A-AA50-BC8BFCC64E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525D00-BE90-4D97-ACE5-38BD7D1509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A8CADD-D855-4E87-90A8-6EAB5EE153E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88C929-AFE6-4845-8C02-F13C3C0C074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BA7F894-35D9-4C04-AE68-FB1F4E936F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B65270-FF0B-42DF-B77E-BA2970011A4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DA2E39-122C-4F17-BCF5-022B3D17C1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F9E312-8BF4-44C6-B577-17B19E3AD93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" name="Grupo 3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59" name="object 6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" name="object 7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object 8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2" name="object 9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" name="object 10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4" name="object 11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5" name="Grupo 15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66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7"/>
            <p:cNvSpPr/>
            <p:nvPr/>
          </p:nvSpPr>
          <p:spPr>
            <a:xfrm>
              <a:off x="1028520" y="8807400"/>
              <a:ext cx="16228800" cy="45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upo 4"/>
          <p:cNvGrpSpPr/>
          <p:nvPr/>
        </p:nvGrpSpPr>
        <p:grpSpPr>
          <a:xfrm>
            <a:off x="1028880" y="3284640"/>
            <a:ext cx="16228800" cy="3712680"/>
            <a:chOff x="1028880" y="3284640"/>
            <a:chExt cx="16228800" cy="3712680"/>
          </a:xfrm>
        </p:grpSpPr>
        <p:sp>
          <p:nvSpPr>
            <p:cNvPr id="69" name="TextBox 4"/>
            <p:cNvSpPr/>
            <p:nvPr/>
          </p:nvSpPr>
          <p:spPr>
            <a:xfrm>
              <a:off x="1028880" y="3284640"/>
              <a:ext cx="16228800" cy="127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s-MX" sz="8400" strike="noStrike" u="none">
                  <a:solidFill>
                    <a:schemeClr val="lt1"/>
                  </a:solidFill>
                  <a:effectLst/>
                  <a:uFillTx/>
                  <a:latin typeface="Baloo 2"/>
                </a:rPr>
                <a:t>¿Qué es análisis de datos?</a:t>
              </a:r>
              <a:endParaRPr b="0" lang="en-US" sz="8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"/>
            <p:cNvSpPr/>
            <p:nvPr/>
          </p:nvSpPr>
          <p:spPr>
            <a:xfrm>
              <a:off x="1028880" y="6502320"/>
              <a:ext cx="1622880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00"/>
                </a:lnSpc>
              </a:pPr>
              <a:r>
                <a:rPr b="1" lang="en-US" sz="3000" spc="6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Go</a:t>
              </a: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1031760" y="10670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Definición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upo 3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74" name="object 6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" name="object 7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" name="object 8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" name="object 9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object 10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object 11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0" name="Grupo 15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81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TextBox 7"/>
            <p:cNvSpPr/>
            <p:nvPr/>
          </p:nvSpPr>
          <p:spPr>
            <a:xfrm>
              <a:off x="1028520" y="8807400"/>
              <a:ext cx="16228800" cy="45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Google Shape;55;p13"/>
          <p:cNvSpPr/>
          <p:nvPr/>
        </p:nvSpPr>
        <p:spPr>
          <a:xfrm>
            <a:off x="1143000" y="20574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El análisis de datos es el proceso de convertir datos crudos en información útil para tomar decisiones.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No importa si hablamos de un archivo CSV, una base de datos gigante o datos que llegan en tiempo real: siempre hay un flujo común que sigue casi cualquier proyecto de análisis.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n 5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9"/>
          <p:cNvSpPr/>
          <p:nvPr/>
        </p:nvSpPr>
        <p:spPr>
          <a:xfrm>
            <a:off x="803160" y="6098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Etapas clave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upo 7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87" name="object 19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8" name="object 20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object 21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object 22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object 23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object 24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3" name="Grupo 8"/>
          <p:cNvGrpSpPr/>
          <p:nvPr/>
        </p:nvGrpSpPr>
        <p:grpSpPr>
          <a:xfrm>
            <a:off x="914400" y="9144000"/>
            <a:ext cx="16228800" cy="563400"/>
            <a:chOff x="914400" y="9144000"/>
            <a:chExt cx="16228800" cy="563400"/>
          </a:xfrm>
        </p:grpSpPr>
        <p:pic>
          <p:nvPicPr>
            <p:cNvPr id="94" name="Imagen 6" descr=""/>
            <p:cNvPicPr/>
            <p:nvPr/>
          </p:nvPicPr>
          <p:blipFill>
            <a:blip r:embed="rId2"/>
            <a:stretch/>
          </p:blipFill>
          <p:spPr>
            <a:xfrm>
              <a:off x="914400" y="914400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TextBox 10"/>
            <p:cNvSpPr/>
            <p:nvPr/>
          </p:nvSpPr>
          <p:spPr>
            <a:xfrm>
              <a:off x="914400" y="9201960"/>
              <a:ext cx="1622880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Google Shape;55;p 3"/>
          <p:cNvSpPr/>
          <p:nvPr/>
        </p:nvSpPr>
        <p:spPr>
          <a:xfrm>
            <a:off x="687240" y="20574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Recopilación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Procesamiento y limpieza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Añalisis y exploración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Interpretación y toma de decisiones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n 1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1"/>
          <p:cNvSpPr/>
          <p:nvPr/>
        </p:nvSpPr>
        <p:spPr>
          <a:xfrm>
            <a:off x="803160" y="6098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Resumiendo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upo 1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100" name="object 1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1" name="object 2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" name="object 3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object 4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" name="object 5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object 12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6" name="Grupo 2"/>
          <p:cNvGrpSpPr/>
          <p:nvPr/>
        </p:nvGrpSpPr>
        <p:grpSpPr>
          <a:xfrm>
            <a:off x="914400" y="9144000"/>
            <a:ext cx="16228800" cy="563400"/>
            <a:chOff x="914400" y="9144000"/>
            <a:chExt cx="16228800" cy="563400"/>
          </a:xfrm>
        </p:grpSpPr>
        <p:pic>
          <p:nvPicPr>
            <p:cNvPr id="107" name="Imagen 2" descr=""/>
            <p:cNvPicPr/>
            <p:nvPr/>
          </p:nvPicPr>
          <p:blipFill>
            <a:blip r:embed="rId2"/>
            <a:stretch/>
          </p:blipFill>
          <p:spPr>
            <a:xfrm>
              <a:off x="914400" y="914400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" name="TextBox 2"/>
            <p:cNvSpPr/>
            <p:nvPr/>
          </p:nvSpPr>
          <p:spPr>
            <a:xfrm>
              <a:off x="914400" y="9201960"/>
              <a:ext cx="1622880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Google Shape;55;p 1"/>
          <p:cNvSpPr/>
          <p:nvPr/>
        </p:nvSpPr>
        <p:spPr>
          <a:xfrm>
            <a:off x="687240" y="20574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Objetivo: 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Convertir datos en desiciones.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 Etapas: 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Recopilar → Limpiar → Analizar → Tomar decisiones.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Go: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ideal para construir flujos robustos, reproducibles y eficientes.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104164</TotalTime>
  <Application>LibreOffice/25.2.4.3$Linux_X86_64 LibreOffice_project/520$Build-3</Application>
  <AppVersion>15.0000</AppVersion>
  <Words>1207</Words>
  <Paragraphs>172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DAFnVuib1PQ</dc:identifier>
  <dc:language>en-US</dc:language>
  <cp:lastModifiedBy/>
  <cp:lastPrinted>2025-07-02T14:32:52Z</cp:lastPrinted>
  <dcterms:modified xsi:type="dcterms:W3CDTF">2025-07-02T14:31:55Z</dcterms:modified>
  <cp:revision>29</cp:revision>
  <dc:subject/>
  <dc:title>@DataBoosters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</vt:i4>
  </property>
  <property fmtid="{D5CDD505-2E9C-101B-9397-08002B2CF9AE}" pid="4" name="PresentationFormat">
    <vt:lpwstr>Personalizado</vt:lpwstr>
  </property>
  <property fmtid="{D5CDD505-2E9C-101B-9397-08002B2CF9AE}" pid="5" name="Slides">
    <vt:i4>28</vt:i4>
  </property>
</Properties>
</file>